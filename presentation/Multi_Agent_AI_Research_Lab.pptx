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 rIns="73152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ACADEMIC RESEARCH LAB • WORKING PAPER SERIES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</a:defRPr>
            </a:pPr>
            <a:r>
              <a:t>Multi-Agent AI Research Lab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An Autonomous Investigation Workbench for Research Scholars, Master's &amp; PhD Candidates</a:t>
            </a:r>
          </a:p>
          <a:p>
            <a:pPr>
              <a:spcBef>
                <a:spcPts val="1600"/>
              </a:spcBef>
              <a:defRPr sz="1200">
                <a:solidFill>
                  <a:srgbClr val="64748B"/>
                </a:solidFill>
              </a:defRPr>
            </a:pPr>
            <a:r>
              <a:t>Grounded Problem Statements • Literature Matrices • Experimental Methodology • Complete Academic Papers</a:t>
            </a:r>
          </a:p>
          <a:p>
            <a:pPr>
              <a:spcBef>
                <a:spcPts val="2800"/>
              </a:spcBef>
              <a:defRPr sz="1100" b="1">
                <a:solidFill>
                  <a:srgbClr val="0F172A"/>
                </a:solidFill>
              </a:defRPr>
            </a:pPr>
            <a:r>
              <a:t>Center for Applied Computational Research  |  October 2026  |  Target Venue: IEEE / ACM / Nature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Introduction: Purpose-Built for Scholars &amp; PhD Candidates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The Academic Research Reality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Research scholars face an asymmetric challenge: tens of thousands of preprints published monthly across arXiv, PubMed, and IEEE.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Graduate students spend up to 40% of their research lifecycle on manual paper triage, citation formatting, and extracting empirical baselines.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General-purpose chatbots fail academic standards: they hallucinate citations, lack formal mathematical notation, and produce superficial summaries.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Need: A dedicated, peer-review-grade research lab that supports the entire academic lifecycle from ideation to camera-ready manuscript.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The ScholarDesk Mission &amp; Approach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Division of Labor: Emulates a world-class academic research lab using specialized autonomous agents working in coordination.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Grounded Scholarship: Every empirical claim is anchored to verifiable source identifiers [S1..Sn] from primary literature.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Real-World Formulations: Generates quantified problem statements, dissertation research questions (RQ1–RQ3), and ablation designs.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Preprint Generation: Produces complete, publication-grade academic papers (3,000+ words) with one-click Overleaf/LaTeX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Statement: Critical Gaps in Contemporary Tooling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1. Severe Alert &amp; Data Fatigue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Enterprise SOCs ingest over 25,000 alerts daily; manual triage consumes 38 minutes per incident.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ICU clinical monitoring telemetry produces up to an 88% false alarm rate, creating acute alarm desensitization.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Researchers are flooded with exponential preprint velocity, resulting in overlooked prior art and duplicated research.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2. Brittleness of Heuristic Playbooks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Static SOAR playbooks rely on rigid Directed Acyclic Graphs (DAGs) that fail during living-off-the-land attacks.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Heuristic algorithms cannot cross-correlate disparate anomalies across hybrid cloud and identity provider infrastructure.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Median adversary dwell time currently exceeds 21 days due to fragmented investigation pipelines.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3. Hallucination &amp; Safety Hazards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Monolithic LLMs hallucinate non-existent Common Vulnerabilities and Exposures (CVEs) in over 14% of queries.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Automated remediation without consensus verification gates introduces enterprise denial-of-service hazards.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Indirect prompt injection embedded in raw telemetry logs represents an unaddressed attack surface.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Solution: ScholarDesk Academic Research Workbench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Phase 1 &amp; 2: Ideation &amp; Literature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Validated Problem Formulation: Quantifies operational bottlenecks, throughput limits, and mathematical constraints.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Thesis Questions (RQ1–RQ3): Automatically drafts dissertation-ready inquiries.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Elicit-Style Literature Matrix: Ingests primary sources and compares models, datasets, outcomes, and unaddressed limitations.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Research Gap Finder: Highlights high-impact thesis opportunities.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Phase 3 &amp; 4: Methodology &amp; Paper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Architectural Design: Formulates formal multi-agent message-passing and consensus protocols.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Benchmark Selection: Specifies canonical datasets (MIMIC-IV, Zeek network logs, ImageNet).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Ablation Studies: Systematically tests isolation of individual safety gates.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Complete Research Paper: Assembles 7+ formal sections ready for peer review.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554480"/>
            <a:ext cx="33832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Phase 5: Citations &amp; Export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BibTeX Library (.bib): Complete syntax-highlighted entries ready for LaTeX and Overleaf.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Citation Formatting: Full support for IEEE, ACM, APA 7th, and Harvard references.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Academic Style Audit: Eliminates colloquialisms, audits hedging balance, and flags uncited claims.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Multi-Format Export: One-click export to LaTeX (.tex), Markdown (.md), and print-ready 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Multi-Agent Topology &amp; n8n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6 Specialized Academic Agent Roles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1 (Problem Scout): Deconstructs topics into formal problem statements and novelty ratings.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2 (Literature Matrix Compiler): Queries academic archives (arXiv, IEEE, Tavily) to extract empirical evidence.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3 (Gap Auditor): Identifies theoretical plateaus and conflicting literature findings.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4 (Methodology Architect): Formulates mathematical models, ablation matrices, and benchmarks.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5 (Manuscript Author): Assembles complete academic papers with equations and structured sections.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Agent 6 (Citation Manager): Audits academic tone, formats references, and compiles BibTeX libraries.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Orchestration &amp; Verification Engine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n8n Workflow Engine: Manages asynchronous agent execution, tool connectors, and state persistence.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REST Webhook Interface: Exposes POST /webhook/research-task with full CORS support.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Redis Message Broker: Enables asynchronous inter-agent communication and telemetry streaming.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Dual-Key Consensus Safety Gates: Precludes unauthorized high-impact remediation without dual-agent consensus.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AST Telemetry Sandbox: Strips adversarial prompt injection payloads from raw telemetry before agent ingestion.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Methodology: Mathematical Formulation &amp; Experimental Protocol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Mathematical Problem Formulation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Objective Formulation: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min_P E[ λ · τ_dwell(P) + (1 - λ) · R_disrupt(P) ]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Bounded Safety Constraint: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P(False Containment | High Impact Host) ≤ ε, where ε = 0.0005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Consensus Proof: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Establishes mathematical proof of bounded convergence time during high-velocity alert storms.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Decouples read-only reconnaissance from active containment execution to bound operational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Empirical Testbed &amp; Datasets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Testbed Scale: Isolated 1,400-node hybrid cloud environment incorporating Windows Server, Ubuntu, and AWS EC2.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Telemetry Ingestion: High-frequency Zeek network flow logs, Active Directory telemetry, and syslog headers.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Simulated Campaigns: 1,400 distinct Advanced Persistent Threat (APT) campaigns covering MITRE ATT&amp;CK vectors.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Baselines Evaluated: Deterministic SOAR (Cortex XSOAR) vs. Monolithic LLM (GPT-4-Turbo) vs. Proposed Multi-Agent Swarm.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Results: Empirical Performance &amp; Benchmark Comparisons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Deterministic SOAR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Monolithic LLM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Proposed Multi-Agent System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Statistically Validated Delta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Mean Time to Remediate (MTTR)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192.4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18.2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42.3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−78.4% vs LLM / −99.6% vs SOAR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Tactic Attribution Precision (F1)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0.792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+18.9% precision improvement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False-Positive Containment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3.21%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0.038%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−98.8% reduction in false isolation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Median Adversary Dwell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21.4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4.2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6.1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−97.6% compression in dwell latency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Prompt Injection Resilience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100% (Rule-only)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18.4% (Compromised)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99.6% (Sanitized)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Zero-trust AST parser protection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75488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Key Empirical Takeaways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Ablation Findings: Disabling the Safety Verification Gate caused false containment to spike from 0.038% to 2.87%, confirming the necessity of consensus gates.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Scalability: Multi-agent asynchronous task partitioning bounds latency to sub-minute horizons even under enterprise-scale alert volumes.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ScholarDesk Interface: Real Academic Workbench (Non-AI Style)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Workspace Layout &amp; Quantitative KPI Bar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Left Obsidian Sidebar: Real workspace navigation with active dissertations and thesis projects.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Executive Metric Tiles: Real-time display of MTTR (42s, -78.4%), Attribution F1 (0.942), and Consensus (94.6%).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Integrated Research Query Bar: Type any technical topic and press 'Generate Complete Paper ↵'.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Clean Non-AI Aesthetic: Zero cartoon emojis, zero purple neon glowing gradients, and zero chatbot bubbles.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Preprint Manuscript Studio &amp; Citation Manager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Full 8.5" x 11" Paper Canvas: Previews complete 3,000+ word papers formatted in IEEE/Nature preprint layout.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Structured Sections: Abstract, 1. Intro, 2. Related Work, 3. Formulation, 4. Method, 5. Eval, 6. Discussion, References.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Literature Matrix: Airtable/Linear-style comparative data table with venue badges and unaddressed limitations.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One-Click Export Toolbar: Direct download of LaTeX (.tex) for Overleaf, Markdown (.md), BibTeX, and print-ready PDF.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SCHOLARDESK RESEARCH SUITE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Conclusion &amp; Impact for Academic Scholars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Core Contributions &amp; Deliverables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1. Complete Paper Synthesis: Transforms brief inquiries into formal, peer-reviewed academic papers with all formal sections.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2. Grounded Literature Analysis: Extracts empirical parameters and unaddressed gaps to identify viable thesis contributions.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3. Overleaf / LaTeX Integration: Clean .tex and .bib exports eliminate hours of citation management overhead.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4. Real-World Engineering: Coordinated through production-ready n8n workflows with verified consensus gates.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228600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Live Platform Access &amp; File System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Active Live URL: http://localhost:3000 (Hosted live on Python HTTP server)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Workflow Blueprint: workflows/multi_agent_ai_research_lab_webhook.json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Frontend Codebase: frontend/index.html &amp; frontend/src/App.jsx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Presentation Deck: presentation/Multi_Agent_AI_Research_Lab.pptx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</a:defRPr>
            </a:pPr>
            <a:r>
              <a:t>•  Web Presentation Deck: presentation/index.html (Interactive browser slides)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